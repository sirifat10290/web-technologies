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=""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=""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50198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=""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=""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=""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=""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=""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=""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64B2D3-8DF5-44BA-AE5B-70E38F7FA817}"/>
</file>

<file path=customXml/itemProps2.xml><?xml version="1.0" encoding="utf-8"?>
<ds:datastoreItem xmlns:ds="http://schemas.openxmlformats.org/officeDocument/2006/customXml" ds:itemID="{585DEE34-2921-476D-A20F-9B14BF000FF1}"/>
</file>

<file path=customXml/itemProps3.xml><?xml version="1.0" encoding="utf-8"?>
<ds:datastoreItem xmlns:ds="http://schemas.openxmlformats.org/officeDocument/2006/customXml" ds:itemID="{2E931CC3-2612-4866-AE98-60E8C73F27E3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318</TotalTime>
  <Words>1084</Words>
  <Application>Microsoft Office PowerPoint</Application>
  <PresentationFormat>On-screen Show (4:3)</PresentationFormat>
  <Paragraphs>182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User</cp:lastModifiedBy>
  <cp:revision>13</cp:revision>
  <dcterms:created xsi:type="dcterms:W3CDTF">2018-12-10T17:20:29Z</dcterms:created>
  <dcterms:modified xsi:type="dcterms:W3CDTF">2021-05-24T03:18:32Z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